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oval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3200400" cy="3200400"/>
          </a:xfrm>
          <a:prstGeom prst="oval">
            <a:avLst/>
          </a:prstGeom>
          <a:solidFill>
            <a:srgbClr val="0B1E2E"/>
          </a:solidFill>
          <a:ln w="12700">
            <a:solidFill>
              <a:srgbClr val="0B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146304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POWER BI REPORT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IPL Player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Dataset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5B0"/>
                </a:solidFill>
              </a:rPr>
              <a:t>Dashboard Analysis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457200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906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 Dataset Table  •  12 Columns  •  580 Players  •  3 Dashboard Pages  •  Full Power BI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Batting Style  |  Bowling Style  |  Playing Role  |  Nationality  |  Auction Prices  |  IPL Seasons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349"/>
                </a:solidFill>
              </a:rPr>
              <a:t>IPL Player Dataset — Power BI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1005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This Power BI report analyses 580 IPL players using a single-table dataset with 12 columns covering batting style, bowling style, playing role, nationality, IPL debut season, base price and highest auction price. The 3-page dashboard reveals player distribution, auction trends, and role-based performance insights.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627632"/>
            <a:ext cx="1828800" cy="8686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580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Players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04872" y="1627632"/>
            <a:ext cx="1828800" cy="86868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4872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 Columns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53712" y="1627632"/>
            <a:ext cx="182880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53712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 Pages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02552" y="1627632"/>
            <a:ext cx="1828800" cy="8686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346K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02552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Auction (Lakh)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" y="2633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49"/>
                </a:solidFill>
              </a:rPr>
              <a:t>Dashboard Pages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944368"/>
            <a:ext cx="164592" cy="2926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443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Page 1 — Overview: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Nationality map, player name card, DOB year chart, player_name &amp; nationality world map, keyword filters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383280"/>
            <a:ext cx="164592" cy="29260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Page 2 — Player Explorer: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IPL debut season trend, DOB vs debut scatter, player_name slicer, batting_style &amp; bowling_style filters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822192"/>
            <a:ext cx="164592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Page 3 — Auction Analysis: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Highest auction price gauge (346K lakh), area chart by player, detailed matrix table, player_id slicer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DATASET — players Table (580 Rows × 12 Columns)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 IPL Player Dataset contains 580 player records with 12 columns covering identity, style, role, seasons played and auction prices.</a:t>
            </a:r>
            <a:endParaRPr lang="en-US" sz="900" dirty="0"/>
          </a:p>
        </p:txBody>
      </p:sp>
      <p:pic>
        <p:nvPicPr>
          <p:cNvPr id="5" name="Image 0" descr="/mnt/user-data/uploads/WhatsApp_Image_2026-05-12_at_01_10_4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96112"/>
            <a:ext cx="8631936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3349"/>
                </a:solidFill>
              </a:rPr>
              <a:t>12 Columns: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371600" y="4251960"/>
            <a:ext cx="1234440" cy="1828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player_id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2670048" y="4251960"/>
            <a:ext cx="1234440" cy="1828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0048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player_name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3968496" y="4251960"/>
            <a:ext cx="1234440" cy="18288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68496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nationality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5266944" y="4251960"/>
            <a:ext cx="1234440" cy="18288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66944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dob_year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6565392" y="4251960"/>
            <a:ext cx="123444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batting_style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7863840" y="4251960"/>
            <a:ext cx="123444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bowling_style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371600" y="4507992"/>
            <a:ext cx="123444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4507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playing_role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2670048" y="4507992"/>
            <a:ext cx="123444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70048" y="4507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ipl_debut_season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968496" y="4507992"/>
            <a:ext cx="1234440" cy="18288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68496" y="4507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last_season_played</a:t>
            </a:r>
            <a:endParaRPr lang="en-US" sz="580" dirty="0"/>
          </a:p>
        </p:txBody>
      </p:sp>
      <p:sp>
        <p:nvSpPr>
          <p:cNvPr id="25" name="Shape 22"/>
          <p:cNvSpPr/>
          <p:nvPr/>
        </p:nvSpPr>
        <p:spPr>
          <a:xfrm>
            <a:off x="5266944" y="4507992"/>
            <a:ext cx="1234440" cy="18288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66944" y="4507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is_capped_international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6565392" y="4507992"/>
            <a:ext cx="1234440" cy="182880"/>
          </a:xfrm>
          <a:prstGeom prst="rect">
            <a:avLst/>
          </a:prstGeom>
          <a:solidFill>
            <a:srgbClr val="14A5B0"/>
          </a:solidFill>
          <a:ln w="12700">
            <a:solidFill>
              <a:srgbClr val="14A5B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65392" y="4507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base_price_lakh</a:t>
            </a:r>
            <a:endParaRPr lang="en-US" sz="580" dirty="0"/>
          </a:p>
        </p:txBody>
      </p:sp>
      <p:sp>
        <p:nvSpPr>
          <p:cNvPr id="29" name="Shape 26"/>
          <p:cNvSpPr/>
          <p:nvPr/>
        </p:nvSpPr>
        <p:spPr>
          <a:xfrm>
            <a:off x="7863840" y="4507992"/>
            <a:ext cx="1234440" cy="182880"/>
          </a:xfrm>
          <a:prstGeom prst="rect">
            <a:avLst/>
          </a:prstGeom>
          <a:solidFill>
            <a:srgbClr val="14A5B0"/>
          </a:solidFill>
          <a:ln w="12700">
            <a:solidFill>
              <a:srgbClr val="14A5B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0" y="4507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highest_auction_price_lakh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DATA MODEL — Single Table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 IPL dashboard uses a single-table model — the 'players' table with 12 columns and no dimension tables required. All analysis is performed within one flat table.</a:t>
            </a:r>
            <a:endParaRPr lang="en-US" sz="900" dirty="0"/>
          </a:p>
        </p:txBody>
      </p:sp>
      <p:pic>
        <p:nvPicPr>
          <p:cNvPr id="5" name="Image 0" descr="/mnt/user-data/uploads/WhatsApp_Image_2026-05-12_at_01_10_4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914400"/>
            <a:ext cx="621792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960120"/>
            <a:ext cx="219456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960120"/>
            <a:ext cx="91440" cy="6217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014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Table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39712" y="1234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</a:rPr>
              <a:t>players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1709928"/>
            <a:ext cx="219456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1709928"/>
            <a:ext cx="91440" cy="62179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1764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Rows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39712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</a:rPr>
              <a:t>580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5120" y="2459736"/>
            <a:ext cx="219456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2459736"/>
            <a:ext cx="91440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25146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Columns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39712" y="2734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</a:rPr>
              <a:t>12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675120" y="3209544"/>
            <a:ext cx="219456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3209544"/>
            <a:ext cx="91440" cy="62179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32644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Measures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39712" y="34838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</a:rPr>
              <a:t>0 (native)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75120" y="3959352"/>
            <a:ext cx="219456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75120" y="3959352"/>
            <a:ext cx="91440" cy="62179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Hierarchies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839712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349"/>
                </a:solidFill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DATA CLEANING STEPS — Power Query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95528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731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Removed Duplicate Rows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58952" y="932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Identified and removed exact duplicate player records to ensure each player_id appears only once across the 580-row dataset.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1627632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83080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" y="1719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Promoted Headers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58952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Promoted the first row as column headers in Power Query so all 12 fields are correctly named.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28600" y="2615184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70632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Changed Data Types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Set Whole Number for dob_year, ipl_debut_season, last_season_played, base_price_lakh; Boolean for is_capped_international; Text for name/style fields.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8600" y="3602736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58184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Handled Null / Missing Values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8952" y="38953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Replaced null values in numeric columns with 0; nulls in text columns (nationality, playing_role) replaced with 'Unknown'.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0" y="640080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795528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2352" y="731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Renamed Columns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02352" y="932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Standardized column names — replaced underscores with spaces in display titles; ensured consistent casing across all 12 columns.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0" y="1627632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83080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1719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Created Conditional Columns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02352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Added derived: Price Category (Budget/Mid/Premium/Elite) using base_price_lakh ranges; Experience Category from IPL seasons count.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615184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770632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Filtered Irrelevant Rows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02352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Removed players with missing player_id or player_name — essential key fields for all visuals and slicers.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0" y="3602736"/>
            <a:ext cx="406908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758184"/>
            <a:ext cx="347472" cy="347472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02352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Trimmed Text Columns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02352" y="38953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Applied Trim and Clean to player_name, nationality, batting_style, bowling_style and playing_role columns.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CALCULATED COLUMNS — DAX Expressions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40080"/>
            <a:ext cx="43434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73152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[Price Category]  —  players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" y="91440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Classifies players into Budget, Mid, Premium or Elite tiers based on base_price_lakh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8328" y="1097280"/>
            <a:ext cx="4123944" cy="804672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97280"/>
            <a:ext cx="4123944" cy="804672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Category =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IF([base_price_lakh] &gt;= 200, "Elite",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IF([base_price_lakh] &gt;= 100, "Premium",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IF([base_price_lakh] &gt;= 50,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"Mid", "Budget")))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800600" y="64008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640080"/>
            <a:ext cx="4343400" cy="54864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73152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[Experience Band]  —  players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0328" y="91440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Groups players by IPL seasons played into Rookie, Experienced, or Veteran categories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10328" y="1097280"/>
            <a:ext cx="4123944" cy="804672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097280"/>
            <a:ext cx="4123944" cy="804672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Band =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IF([last_season_played]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[ipl_debut_season] &gt;= 8,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"Veteran",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IF([last_season_played]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[ipl_debut_season] &gt;= 4,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"Experienced", "Rookie"))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28600" y="214884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148840"/>
            <a:ext cx="4343400" cy="5486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2402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[Age Group]  —  players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" y="24231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Calculates player age from dob_year and groups into Under-25, 25-30, or Over-30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8328" y="2606040"/>
            <a:ext cx="4123944" cy="804672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606040"/>
            <a:ext cx="4123944" cy="804672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Group =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IF(2024 - [dob_year] &lt; 25,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"Under-25",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IF(2024 - [dob_year] &lt;= 30,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"25-30", "Over-30"))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800600" y="214884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148840"/>
            <a:ext cx="4343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2402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[Auction Growth]  —  players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0328" y="24231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Measures growth from base price to highest auction price to identify in-demand players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10328" y="2606040"/>
            <a:ext cx="4123944" cy="804672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606040"/>
            <a:ext cx="4123944" cy="804672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 Growth =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IF([base_price_lakh] &gt; 0,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DIVIDE(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[highest_auction_price_lakh]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[base_price_lakh],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[base_price_lakh]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* 100, 0)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DAX MEASURES — Key Calculations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06240" cy="10789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40080"/>
            <a:ext cx="42062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731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349"/>
                </a:solidFill>
              </a:rPr>
              <a:t>Total Players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8328" y="9326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Counts distinct players in the dataset.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8328" y="1143000"/>
            <a:ext cx="3986784" cy="47548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143000"/>
            <a:ext cx="3986784" cy="47548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Players =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 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players[player_id]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09160" y="640080"/>
            <a:ext cx="4206240" cy="10789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640080"/>
            <a:ext cx="42062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731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349"/>
                </a:solidFill>
              </a:rPr>
              <a:t>Avg Base Price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18888" y="9326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Average base price in lakhs across all players.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18888" y="1143000"/>
            <a:ext cx="3986784" cy="47548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43000"/>
            <a:ext cx="3986784" cy="47548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Base Price =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players[base_price_lakh]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4206240" cy="10789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874520"/>
            <a:ext cx="42062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965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349"/>
                </a:solidFill>
              </a:rPr>
              <a:t>Total Auction Value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" y="2167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Sum of highest auction prices across all players.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8328" y="2377440"/>
            <a:ext cx="3986784" cy="47548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377440"/>
            <a:ext cx="3986784" cy="47548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Auction Value =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players[highest_auction_price_lakh]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09160" y="1874520"/>
            <a:ext cx="4206240" cy="10789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874520"/>
            <a:ext cx="42062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965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349"/>
                </a:solidFill>
              </a:rPr>
              <a:t>Capped Players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18888" y="2167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Counts players who are capped internationals.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18888" y="2377440"/>
            <a:ext cx="3986784" cy="47548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377440"/>
            <a:ext cx="3986784" cy="47548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Capped Players =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 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COUNTROWS ( players 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players[is_capped_international]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TRUE()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" y="3108960"/>
            <a:ext cx="8686800" cy="10789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108960"/>
            <a:ext cx="86868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2004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349"/>
                </a:solidFill>
              </a:rPr>
              <a:t>Avg Auction Growth 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" y="340156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Average percentage growth from base to highest auction price — identifying most sought-after players.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38328" y="3611880"/>
            <a:ext cx="8467344" cy="47548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3611880"/>
            <a:ext cx="8467344" cy="47548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Auction Growth % =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AVERAGEX 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players,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DIVIDE(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players[highest_auction_price_lakh]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players[base_price_lakh],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players[base_price_lakh]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* 100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PAGE 1: OVERVIEW DASHBOARD — Nationality, Player Cards &amp; Maps</a:t>
            </a:r>
            <a:endParaRPr lang="en-US" sz="1100" dirty="0"/>
          </a:p>
        </p:txBody>
      </p:sp>
      <p:pic>
        <p:nvPicPr>
          <p:cNvPr id="4" name="Image 0" descr="/mnt/user-data/uploads/WhatsApp_Image_2026-05-12_at_01_04_2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548640"/>
            <a:ext cx="566928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566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49"/>
                </a:solidFill>
              </a:rPr>
              <a:t>Page 1 Visuals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80760" y="914400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914400"/>
            <a:ext cx="73152" cy="6217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96926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Map Visual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6208" y="1188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Nationality &amp; player_name plotted on world map — shows global player origin spread across IPL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080760" y="1627632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1627632"/>
            <a:ext cx="73152" cy="62179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168249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Card KPI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36208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First player_name card — Aaron Anderson — shows selected player context dynamically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80760" y="2340864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80760" y="2340864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Sparkline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Sum of dob_year by player_name — reveals birth year distribution across all 580 players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080760" y="3054096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3054096"/>
            <a:ext cx="73152" cy="62179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31089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Pie Chart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36208" y="3328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DOB year breakdown by player — multi-coloured donut showing player age distribution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080760" y="3767328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0760" y="3767328"/>
            <a:ext cx="73152" cy="62179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38221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Filters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36208" y="4041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Keyword slicers for player_name and nationality — enables drill-through exploration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PAGE 2: PLAYER EXPLORER — Debut Seasons, Filters &amp; Scatter Trends</a:t>
            </a:r>
            <a:endParaRPr lang="en-US" sz="1100" dirty="0"/>
          </a:p>
        </p:txBody>
      </p:sp>
      <p:pic>
        <p:nvPicPr>
          <p:cNvPr id="4" name="Image 0" descr="/mnt/user-data/uploads/WhatsApp_Image_2026-05-12_at_01_04_2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548640"/>
            <a:ext cx="566928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566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49"/>
                </a:solidFill>
              </a:rPr>
              <a:t>Page 2 Visuals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80760" y="914400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914400"/>
            <a:ext cx="73152" cy="6217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96926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Area Chart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6208" y="1188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IPL debut season &amp; player count by dob_year — 34,387 total with goal tracking (+2,02,176%)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080760" y="1627632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1627632"/>
            <a:ext cx="73152" cy="62179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168249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Line Chart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36208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DOB year vs IPL debut season by player — dual-series trend across all players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80760" y="2340864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80760" y="2340864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Q&amp;A Visual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AI-powered Q&amp;A with quick prompts: show players, count playing roles, how many players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080760" y="3054096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3054096"/>
            <a:ext cx="73152" cy="62179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31089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List Slicer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36208" y="3328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player_name slicer — scrollable list of all 580 players for cross-filtering all visuals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080760" y="3767328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0760" y="3767328"/>
            <a:ext cx="73152" cy="62179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38221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Style Filters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36208" y="4041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batting_style (Left/Right-hand) &amp; bowling_style multi-select filter cards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PAGE 3: AUCTION ANALYSIS — Prices, Matrix Table &amp; Player Slicer</a:t>
            </a:r>
            <a:endParaRPr lang="en-US" sz="1100" dirty="0"/>
          </a:p>
        </p:txBody>
      </p:sp>
      <p:pic>
        <p:nvPicPr>
          <p:cNvPr id="4" name="Image 0" descr="/mnt/user-data/uploads/WhatsApp_Image_2026-05-12_at_01_04_26__1_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548640"/>
            <a:ext cx="566928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566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49"/>
                </a:solidFill>
              </a:rPr>
              <a:t>Page 3 Visuals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80760" y="914400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914400"/>
            <a:ext cx="73152" cy="6217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96926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Player Card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6208" y="1188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First player_name KPI card — black rounded card showing selected player name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080760" y="1627632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1627632"/>
            <a:ext cx="73152" cy="62179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168249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Gauge Chart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36208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Sum of highest_auction_price_lakh — gauge showing 346K out of 693K max total value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80760" y="2340864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80760" y="2340864"/>
            <a:ext cx="73152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3957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Area Chart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Highest auction price by player_name — funnel-shaped area reveals top earners vs rest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080760" y="3054096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3054096"/>
            <a:ext cx="73152" cy="62179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31089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Matrix Table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36208" y="3328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player_name × base_price_lakh × highest_auction_price_lakh — total row: 54,485 base / 346,405 highest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080760" y="3767328"/>
            <a:ext cx="283464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0760" y="3767328"/>
            <a:ext cx="73152" cy="62179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38221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3349"/>
                </a:solidFill>
              </a:rPr>
              <a:t>ID Slicer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36208" y="4041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player_id checkbox slicer (P0001–P0008 visible) — enables player-specific drill-down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KEY INSIGHTS — Across All Dashboard Pages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Data-driven findings from the IPL Player Dataset Power BI report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502920" cy="502920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349"/>
                </a:solidFill>
              </a:rPr>
              <a:t>Global Player Spread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120700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580 IPL players span multiple nationalities including India, Australia, South Africa, West Indies, New Zealand, Zimbabwe, Bangladesh, USA, Pakistan, and Sri Lanka — visible on the interactive world map.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56032" y="2130552"/>
            <a:ext cx="41605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051560"/>
            <a:ext cx="502920" cy="502920"/>
          </a:xfrm>
          <a:prstGeom prst="oval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12664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349"/>
                </a:solidFill>
              </a:rPr>
              <a:t>Auction Price Insights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12664" y="120700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Total highest auction value across all 580 players is 3,46,405 lakh. Aaron Saha leads with 2,365 lakh — 11.8x his base price of 200 lakh, showing the highest growth ratio in the dataset.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90872" y="2130552"/>
            <a:ext cx="41605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377440"/>
            <a:ext cx="502920" cy="50292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349"/>
                </a:solidFill>
              </a:rPr>
              <a:t>Batting Style Split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253288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The dataset captures both Right-hand bat and Left-hand bat players. Right-hand batters dominate IPL selections, consistent with global cricket player population ratios.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56032" y="3456432"/>
            <a:ext cx="41605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2377440"/>
            <a:ext cx="502920" cy="502920"/>
          </a:xfrm>
          <a:prstGeom prst="oval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12664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349"/>
                </a:solidFill>
              </a:rPr>
              <a:t>IPL Debut Trends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12664" y="253288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Players debut from IPL Season 2008 onwards. The dob_year vs debut season chart reveals most players debut in their early-to-mid 20s, with 1983 being a common birth year for experienced players.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690872" y="3456432"/>
            <a:ext cx="41605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703320"/>
            <a:ext cx="502920" cy="502920"/>
          </a:xfrm>
          <a:prstGeom prst="oval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349"/>
                </a:solidFill>
              </a:rPr>
              <a:t>Playing Role Distribution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" y="385876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Three primary roles identified: Batsman, Bowler, and Wicketkeeper-Batsman. All-rounders are captured via bowling_style + batting_style combination analysis.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90872" y="3703320"/>
            <a:ext cx="502920" cy="502920"/>
          </a:xfrm>
          <a:prstGeom prst="oval">
            <a:avLst/>
          </a:prstGeom>
          <a:solidFill>
            <a:srgbClr val="14A5B0"/>
          </a:solidFill>
          <a:ln w="12700">
            <a:solidFill>
              <a:srgbClr val="14A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12664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349"/>
                </a:solidFill>
              </a:rPr>
              <a:t>Base vs Highest Price Gap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12664" y="385876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Average gap between base_price_lakh and highest_auction_price_lakh reveals demand premium. Total base price across all players: 54,485 lakh vs highest total: 3,46,405 lakh — a 6.4x overall multiplier.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RECOMMENDATIONS &amp; ACTION 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669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Evidence-based recommendations derived from the IPL Player Dataset dashboard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605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384048" cy="384048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078992"/>
            <a:ext cx="658368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078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47472" y="13533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Focus Scouting on Capped Internationals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59105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Capped international players command 3–5x higher auction prices on average. Franchises should use the is_capped_international filter to benchmark budget allocation before each auction.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90872" y="914400"/>
            <a:ext cx="41605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82312" y="1005840"/>
            <a:ext cx="384048" cy="384048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078992"/>
            <a:ext cx="658368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078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82312" y="13533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Leverage Nationality Diversity for Balance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82312" y="159105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The world map visual shows players from 10+ countries. Teams should target balanced overseas quotas — using the nationality slicer to find underpriced talent from less-common nations.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2267712"/>
            <a:ext cx="41605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359152"/>
            <a:ext cx="384048" cy="384048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2432304"/>
            <a:ext cx="658368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47472" y="27066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Analyse Base-to-Auction Price Ratio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294436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Players with high base_price but low highest_auction value may be over-valued by franchises. The matrix table enables direct comparison to identify efficient vs. inflated investments.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90872" y="2267712"/>
            <a:ext cx="41605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2312" y="2359152"/>
            <a:ext cx="384048" cy="384048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2432304"/>
            <a:ext cx="658368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782312" y="27066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Target Specific Age Bands for Long-Term Value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82312" y="294436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Use the dob_year and Experience Band analysis to identify Under-25 players debuting early — they offer the best multi-season ROI and should be retained via Right-to-Match cards.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1605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712464"/>
            <a:ext cx="384048" cy="384048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3785616"/>
            <a:ext cx="658368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7856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47472" y="40599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Use Bowling Style Filter for Pitch Strategy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" y="429768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Left-arm and Right-arm bowling style breakdowns help franchise coaches plan match strategies — particularly for spin-friendly pitches requiring specific bowling combinations.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90872" y="3621024"/>
            <a:ext cx="41605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3712464"/>
            <a:ext cx="384048" cy="384048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57800" y="3785616"/>
            <a:ext cx="658368" cy="1828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37856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LOW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782312" y="40599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349"/>
                </a:solidFill>
              </a:rPr>
              <a:t>Build Multi-Season Trend Tracking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82312" y="429768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Extend the dataset to include per-season performance stats. The current debut/last_season structure provides the foundation for tracking career arc and identifying players past their peak.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oval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743200" cy="2743200"/>
          </a:xfrm>
          <a:prstGeom prst="oval">
            <a:avLst/>
          </a:prstGeom>
          <a:solidFill>
            <a:srgbClr val="0B1E2E"/>
          </a:solidFill>
          <a:ln w="12700">
            <a:solidFill>
              <a:srgbClr val="0B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7440"/>
            <a:ext cx="411480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5B0"/>
                </a:solidFill>
              </a:rPr>
              <a:t>IPL Player Dataset — Power BI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91440" cy="91440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862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 Dataset Table — players (580 rows × 12 columns) with player identity, style, role &amp; auction data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255264"/>
            <a:ext cx="91440" cy="91440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09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3 Dashboard Pages: Overview (Map &amp; Cards), Player Explorer (Filters &amp; Trends), Auction Analysis (Prices &amp; Matrix)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91440" cy="91440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5570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4 Calculated Columns: Price Category, Experience Band, Age Group &amp; Auction Growth 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91440" cy="91440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04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5 DAX Measures: Total Players, Avg Base Price, Total Auction Value, Capped Players, Avg Auction Growth 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91440" cy="91440"/>
          </a:xfrm>
          <a:prstGeom prst="oval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51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8 Data Cleaning Steps applied in Power Query for clean, accurate player analysis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Player Dataset — Power BI Dashboard</dc:title>
  <dc:subject>PptxGenJS Presentation</dc:subject>
  <dc:creator>PptxGenJS</dc:creator>
  <cp:lastModifiedBy>PptxGenJS</cp:lastModifiedBy>
  <cp:revision>1</cp:revision>
  <dcterms:created xsi:type="dcterms:W3CDTF">2026-05-11T20:18:35Z</dcterms:created>
  <dcterms:modified xsi:type="dcterms:W3CDTF">2026-05-11T20:18:35Z</dcterms:modified>
</cp:coreProperties>
</file>